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各位评委好，我是 WisePick 团队的代表。我想问大家一个问题：你们有没有这样的经历——想买一件东西，却要在淘宝、京东、拼多多之间来回切换，对比价格、看评价、担心踩坑？这个过程有多烦？我们的调研发现，平均每个用户要花 15-20 分钟才能做出一个购物决策。这就是我们要解决的问题。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中国有 9 亿网购用户，每个人平均逛 3 个以上的电商平台。但这些平台是孤立的——你在淘宝看不到京东的价格，在拼多多看不到淘宝的评价。信息分散、决策成本高、容易被割韭菜。这是一个巨大的痛点，也是一个巨大的机遇。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我们推出了 WisePick——一个一站式智能选品助手。它做三件事：</a:t>
            </a:r>
          </a:p>
          <a:p>
            <a:endParaRPr lang="zh-CN" dirty="0"/>
          </a:p>
          <a:p>
            <a:r>
              <a:rPr lang="zh-CN" dirty="0"/>
              <a:t>第一，聚合搜索。你在 WisePick 搜"运动鞋"，会同时看到淘宝、京东、拼多多的结果，清晰的平台标签让你一目了然。</a:t>
            </a:r>
          </a:p>
          <a:p>
            <a:endParaRPr lang="zh-CN" dirty="0"/>
          </a:p>
          <a:p>
            <a:r>
              <a:rPr lang="zh-CN" dirty="0"/>
              <a:t>第二，AI 聊天推荐。你不用自己对比，只需要告诉 AI"我要买运动鞋，预算 500 块，要透气的"，AI 会立即推荐最合适的商品，还会告诉你为什么推荐它。这就像有一个懂你的购物顾问。</a:t>
            </a:r>
          </a:p>
          <a:p>
            <a:endParaRPr lang="zh-CN" dirty="0"/>
          </a:p>
          <a:p>
            <a:r>
              <a:rPr lang="zh-CN" dirty="0"/>
              <a:t>第三，智能比价。同一件商品在三个平台的价格一目了然，我们还会显示 30 天的价格历史，让你知道什么时候买最便宜。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这是我们的核心功能展示。左边是聚合搜索——你搜"运动鞋"，会同时看到淘宝、京东、拼多多的结果，每个商品都有清晰的平台标签。右边是 AI 聊天推荐——你可以像和朋友聊天一样告诉 AI 你的需求，AI 会立即推荐最合适的商品，还会告诉你为什么推荐它。这就像有一个懂你的购物顾问。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这是我们的比价功能。同一件商品在三个平台的价格一目了然，我们还会显示 30 天的价格历史。你可以看到什么时候买最便宜，避免被割韭菜。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为什么选 WisePick？因为我们是唯一一个把聚合、AI、比价完整结合的工具。淘宝、京东、拼多多各自有推荐功能，但它们只能推荐自己平台的商品。我们不同——我们用 AI 理解你的真实需求，从三个平台的数百万商品中找到最适合你的那一件。</a:t>
            </a:r>
          </a:p>
          <a:p>
            <a:endParaRPr lang="zh-CN" dirty="0"/>
          </a:p>
          <a:p>
            <a:r>
              <a:rPr lang="zh-CN" dirty="0"/>
              <a:t>这不仅省时间、省钱，更重要的是——让购物变成一件愉快的事。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这是市场对比。你可以看到，WisePick 是唯一一个提供多平台聚合、AI 聊天推荐、跨平台比价和价格历史的工具。我们不仅省时间、省钱，更重要的是——让购物变成一件愉快的事。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WisePick 的价值对不同用户群体都很清晰。对普通消费者来说，省时间、省钱、买得放心。对职业买手来说，有数据支持、效率提升、成本优化。对礼物选手来说，快速找到合适礼物、避免踩坑。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这是我们的个性化推荐功能。系统会学习你的偏好，主动推荐符合你品味的商品。越用越懂你，这样可以发现新品、提升购物体验、增加用户粘性。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从商业角度，WisePick 的价值也很清晰。我们可以通过三种方式变现：一是与电商平台合作，获得佣金分成；二是为品牌方提供精准广告投放；三是提供高级会员服务。电商市场是万亿级的，我们的切口是 10 亿+用户的购物决策，这是一个巨大的蓝海。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我们的计划是：先完善核心功能、积累用户，然后接入更多平台，最后拓展到品牌合作和海外市场。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这是我们的购物车管理功能。你可以在 WisePick 中统一管理来自淘宝、京东、拼多多的购物车，不用在多个 App 之间切换。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总结一下：WisePick 用一个 App 解决了购物的所有烦恼。我们相信，聪明购物应该是每个人的权利。谢谢大家！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.svg"/>
  <Relationship Id="rId10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.svg"/>
  <Relationship Id="rId10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.svg"/>
  <Relationship Id="rId10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4.svg"/>
  <Relationship Id="rId10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5.svg"/>
  <Relationship Id="rId10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6.svg"/>
  <Relationship Id="rId10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7.svg"/>
  <Relationship Id="rId10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8.svg"/>
  <Relationship Id="rId10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9.svg"/>
  <Relationship Id="rId10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0.svg"/>
  <Relationship Id="rId10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1.svg"/>
  <Relationship Id="rId10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2.svg"/>
  <Relationship Id="rId10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3.svg"/>
  <Relationship Id="rId10" Type="http://schemas.openxmlformats.org/officeDocument/2006/relationships/notesSlide" Target="../notesSlides/notesSlide13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